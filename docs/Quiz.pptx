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7" r:id="rId4"/>
    <p:sldId id="278" r:id="rId5"/>
    <p:sldId id="262" r:id="rId6"/>
    <p:sldId id="263" r:id="rId7"/>
    <p:sldId id="271" r:id="rId8"/>
    <p:sldId id="272" r:id="rId9"/>
    <p:sldId id="273" r:id="rId10"/>
    <p:sldId id="274" r:id="rId11"/>
    <p:sldId id="275" r:id="rId12"/>
    <p:sldId id="259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E46"/>
    <a:srgbClr val="5776C8"/>
    <a:srgbClr val="4781C1"/>
    <a:srgbClr val="25476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F5AD32-068B-E350-E4F5-FC246F947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7D841D1-C6F2-3E74-4C14-86B2232F9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45DE0A-E9FA-C90B-9398-F95ECC8E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6A004F-3AF3-3A17-9EB2-02008DB5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3CAA9D-18BB-8B8F-CCDA-E6B2FAF4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037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4834B4-FE87-6A25-020B-0F29C6A4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8C4B24-1B2E-B935-1E05-BC65D8AA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7F2D10-E448-52D7-07BB-0559DAAB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EF5E7D-F3EB-3B45-12A6-5942EE2E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A9316D3-2A6B-2D12-0DD3-A312AEE7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756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409C97-F280-5543-7FE4-3238771A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C4AEC90-336F-06AB-8366-FC80CC833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C3A80B0-5683-CC33-CC5C-FB007234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31DBDF3-37E4-41DE-08FC-C3D4C708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56CDDB-F3D8-6F54-8AA8-42BE9260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715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E23D75-AF29-7CE5-9175-9C496351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4131E2-FE7F-2AAE-E269-6E207A449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5411A2A-3DDB-0475-CBBA-4B3BFA46D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4713E3-0FF5-97CE-FAF3-B1CC597D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33DC5DE-DF4E-667C-ABE3-91CF9FB4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5F17718-1CE4-77FC-0458-88C97E35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93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CDBA3A-FA96-0EE0-2C8E-1C601842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C1BD5-AA1F-783E-BD0D-41B54C1BF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B38247B-3C69-A35B-05C6-58A593A79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17BFD33-A923-1A33-D17C-AF9F14CF9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9D95463-F954-5A30-74AF-EB0651834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3429983-E4F7-8F65-DE72-2F9F4433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0765CDC-7523-CDAB-3124-5BB1151D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9258BD7-9F3A-F233-0A61-9309BCFE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45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EE3C7B-2BA3-5510-4D16-A6735922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3FDAEA1-2783-B73B-E892-1A858510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B17E0A1-0936-F678-65F1-465BFA76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2FCF628-C919-DC2F-AE60-365AFA30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167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C35525F-133D-A62A-5702-B2E36D84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E1FCEBE-49F4-0BF1-F864-8EF2FB7C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7F87645-C222-B0B7-E76E-329D6A08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085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BDB2AE-688A-3129-5E1C-CC3027669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9D7145-21CF-4043-037D-73FAA969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D476175-3793-9907-721F-D1822A014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61D679E-42EC-AE91-DCE8-27EF33EE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3545ABF-394C-0FA1-22E0-EB72A9F3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6221CB-B7BF-BE3D-771E-3E3906E5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543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7C784D-864D-8EEC-1333-5A9FCC97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A1B0429-0456-1A0E-A215-7D59EFBFF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EEC08C4-1981-7AB3-47D5-F5635285C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0160F57-A0C3-4B6D-0E68-A04CAA82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293E9BF-68F0-8243-2AAC-3A371BE9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120D33E-23AE-FA99-A627-26CED70D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550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868A97-CDF0-CAFF-DB7C-562B0389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3C620E6-5125-390D-168E-2757D32F5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2DB0F93-B082-7AC6-C641-8703057E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F377F7E-F527-273D-85ED-ABCB2F53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C7260B-7692-5C77-4EAD-4B2E0861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948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0D5E9AD-44EB-0671-C24F-25D91894D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CEDDA1A-A022-437A-D878-0098EF1A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3C4549C-A0CA-9678-120D-7426ED63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72C9B76-B5AB-2955-FE56-D488074B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C512E4-05D5-8127-DB7A-01BE0DD4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301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C76ACF4-20AA-89C9-842D-2A440E9F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DD3A82-89DB-9C66-D2A5-E705EABA3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9F5DE0B-1DC0-5CB9-CF7D-59C56C1F7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F6F3E-976F-4EF8-A618-8F66BB6AB98B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E5C0955-14F9-04D2-7D16-C0DF219D0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78A6577-061B-DDEF-F755-E69332118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B8C42-89AA-4934-BB21-2D7887FF6D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489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7643876-1265-330C-C973-C30162BEF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363" y="1932363"/>
            <a:ext cx="2993274" cy="299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8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4BB0487-F375-A722-B679-5F127CA51A93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Projekt bemutatása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1D49D82-D012-58C1-F8C5-1AB14B320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F9D59C-F00C-19F8-9C25-3300CD7534CE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360726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Webalapú kvíz alkalmazás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Regisztráció és bejelentkezés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Kvízek kitöltése</a:t>
            </a:r>
          </a:p>
          <a:p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 sikeres regisztrációt és bejelentkezést követően, a felhasználó elé tárul a főoldal, ahol a kvízek közül tud választani. A kérdések sorrendje </a:t>
            </a:r>
            <a:r>
              <a:rPr lang="hu-HU" sz="1200" dirty="0" err="1">
                <a:solidFill>
                  <a:schemeClr val="bg1"/>
                </a:solidFill>
                <a:latin typeface="Franklin Gothic Demi" panose="020B0703020102020204" pitchFamily="34" charset="0"/>
              </a:rPr>
              <a:t>randomizált</a:t>
            </a: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. Kijelentkezést követően, az adatok nem elérhetőek az újabb bejelentkezésig. </a:t>
            </a:r>
          </a:p>
        </p:txBody>
      </p:sp>
    </p:spTree>
    <p:extLst>
      <p:ext uri="{BB962C8B-B14F-4D97-AF65-F5344CB8AC3E}">
        <p14:creationId xmlns:p14="http://schemas.microsoft.com/office/powerpoint/2010/main" val="304990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4BB0487-F375-A722-B679-5F127CA51A93}"/>
              </a:ext>
            </a:extLst>
          </p:cNvPr>
          <p:cNvSpPr txBox="1"/>
          <p:nvPr/>
        </p:nvSpPr>
        <p:spPr>
          <a:xfrm>
            <a:off x="788563" y="604007"/>
            <a:ext cx="5419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Holló Levente munkája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FAAEA3-95C6-A11D-61EA-1D729D71A0A8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PHP fejlesztés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Főoldal kialakítás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CSS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1D49D82-D012-58C1-F8C5-1AB14B320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97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4BB0487-F375-A722-B679-5F127CA51A93}"/>
              </a:ext>
            </a:extLst>
          </p:cNvPr>
          <p:cNvSpPr txBox="1"/>
          <p:nvPr/>
        </p:nvSpPr>
        <p:spPr>
          <a:xfrm>
            <a:off x="788563" y="604007"/>
            <a:ext cx="452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 err="1">
                <a:solidFill>
                  <a:schemeClr val="bg1"/>
                </a:solidFill>
                <a:latin typeface="Franklin Gothic Demi" panose="020B0703020102020204" pitchFamily="34" charset="0"/>
              </a:rPr>
              <a:t>Mikecz</a:t>
            </a:r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 Lilla munkája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FAAEA3-95C6-A11D-61EA-1D729D71A0A8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Dokumentáció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Adatbázis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Prezentáció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1D49D82-D012-58C1-F8C5-1AB14B320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44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C7A7C2F8-6F39-B63A-9326-31D90B6A82FC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Technológiák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A211668-82E6-89AF-9915-976E8B159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C1D4C4-A723-B152-0C49-E92AF2263886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360726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HTML, CSS, PHP</a:t>
            </a:r>
          </a:p>
          <a:p>
            <a:r>
              <a:rPr lang="hu-HU" sz="2000" dirty="0" err="1">
                <a:solidFill>
                  <a:schemeClr val="bg1"/>
                </a:solidFill>
                <a:latin typeface="Franklin Gothic Demi" panose="020B0703020102020204" pitchFamily="34" charset="0"/>
              </a:rPr>
              <a:t>Bootstrap</a:t>
            </a:r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Adatbázis</a:t>
            </a:r>
          </a:p>
          <a:p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 program alapvetően a HTML, CSS és PHP nyelveket használja </a:t>
            </a:r>
            <a:r>
              <a:rPr lang="hu-HU" sz="1200" dirty="0" err="1">
                <a:solidFill>
                  <a:schemeClr val="bg1"/>
                </a:solidFill>
                <a:latin typeface="Franklin Gothic Demi" panose="020B0703020102020204" pitchFamily="34" charset="0"/>
              </a:rPr>
              <a:t>Bootstrap</a:t>
            </a: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 keretrendszerrel, valamint adatbázissal. </a:t>
            </a:r>
          </a:p>
        </p:txBody>
      </p:sp>
    </p:spTree>
    <p:extLst>
      <p:ext uri="{BB962C8B-B14F-4D97-AF65-F5344CB8AC3E}">
        <p14:creationId xmlns:p14="http://schemas.microsoft.com/office/powerpoint/2010/main" val="4257266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62B8C2-44F3-13B9-A9BB-C405BC29D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E0F8814-0A2E-6B1F-DB35-DF71E1423EF4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Főoldal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51CB56-38AD-0B46-81EF-21DF73533B82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360726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Kvízek listázása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Felhasználó választ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Reszponzív megjelenés</a:t>
            </a:r>
          </a:p>
          <a:p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 sikeres regisztrációt és bejelentkezést követően, a felhasználó elé tárul a főoldal, ahol a kvízek közül tud választani.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6DC5B78-B2B8-4019-A029-08D69EF7D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635" y="1677028"/>
            <a:ext cx="6144802" cy="350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54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62B8C2-44F3-13B9-A9BB-C405BC29D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E0F8814-0A2E-6B1F-DB35-DF71E1423EF4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Regisztráció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FBFAE0-B436-EAC5-AA79-5590473BEFA3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360726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Felhasználó létrehozása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Adatok tárolása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Validáció</a:t>
            </a:r>
          </a:p>
          <a:p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 regisztrációt követően a felhasználó alábbi adatai kerülnek tárolásra: vezetéknév, keresztnév, felhasználónév, e-mail-cím, jelszó, születési dátum és telefonszám. 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77FDEC90-D621-86FF-EBCF-7424F772A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692" y="1675860"/>
            <a:ext cx="6052516" cy="35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23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62B8C2-44F3-13B9-A9BB-C405BC29D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E0F8814-0A2E-6B1F-DB35-DF71E1423EF4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Bejelentkezés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B7286F-9716-A8D6-1595-E9EDB07D3174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360726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Felhasználó azonosítása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Session kezelés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Biztonság</a:t>
            </a:r>
          </a:p>
          <a:p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 sikeres bejelentkezéshez szükséges adatokat   (e-mail-cím, jelszó) az adatbázisból hívja le a rendszer, amit a regisztráció során adtunk meg.  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974987BC-615C-28C6-42E2-39CE25335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825" y="1675177"/>
            <a:ext cx="5198248" cy="35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9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62B8C2-44F3-13B9-A9BB-C405BC29D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E0F8814-0A2E-6B1F-DB35-DF71E1423EF4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Adatbázis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E545A8-D7E0-4FC3-5554-CD529460524B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360726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Felhasználók tárolása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Kérdések kezelése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Kapcsolatok</a:t>
            </a:r>
          </a:p>
          <a:p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hu-HU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Az adatbázisban a regisztrált felhasználók adatait tároló tábla, illetve mindhárom kvíz kérdéseit a válaszlehetőségekkel együtt.</a:t>
            </a:r>
          </a:p>
        </p:txBody>
      </p:sp>
    </p:spTree>
    <p:extLst>
      <p:ext uri="{BB962C8B-B14F-4D97-AF65-F5344CB8AC3E}">
        <p14:creationId xmlns:p14="http://schemas.microsoft.com/office/powerpoint/2010/main" val="3617094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62B8C2-44F3-13B9-A9BB-C405BC29D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E0F8814-0A2E-6B1F-DB35-DF71E1423EF4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PHP működés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51CB56-38AD-0B46-81EF-21DF73533B82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Backend logika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Adatfeldolgozás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Kérdések </a:t>
            </a:r>
            <a:r>
              <a:rPr lang="hu-HU" sz="2000" dirty="0" err="1">
                <a:solidFill>
                  <a:schemeClr val="bg1"/>
                </a:solidFill>
                <a:latin typeface="Franklin Gothic Demi" panose="020B0703020102020204" pitchFamily="34" charset="0"/>
              </a:rPr>
              <a:t>randomizálása</a:t>
            </a:r>
            <a:endParaRPr lang="hu-HU" sz="20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976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62B8C2-44F3-13B9-A9BB-C405BC29D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630" y="0"/>
            <a:ext cx="1395369" cy="139536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E0F8814-0A2E-6B1F-DB35-DF71E1423EF4}"/>
              </a:ext>
            </a:extLst>
          </p:cNvPr>
          <p:cNvSpPr txBox="1"/>
          <p:nvPr/>
        </p:nvSpPr>
        <p:spPr>
          <a:xfrm>
            <a:off x="788563" y="604007"/>
            <a:ext cx="43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Franklin Gothic Demi" panose="020B0703020102020204" pitchFamily="34" charset="0"/>
              </a:rPr>
              <a:t>CSS és design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51CB56-38AD-0B46-81EF-21DF73533B82}"/>
              </a:ext>
            </a:extLst>
          </p:cNvPr>
          <p:cNvSpPr txBox="1">
            <a:spLocks/>
          </p:cNvSpPr>
          <p:nvPr/>
        </p:nvSpPr>
        <p:spPr>
          <a:xfrm>
            <a:off x="788563" y="180949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Reszponzív kinézet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Egységes stílus</a:t>
            </a:r>
          </a:p>
          <a:p>
            <a:r>
              <a:rPr lang="hu-HU" sz="2000" dirty="0">
                <a:solidFill>
                  <a:schemeClr val="bg1"/>
                </a:solidFill>
                <a:latin typeface="Franklin Gothic Demi" panose="020B0703020102020204" pitchFamily="34" charset="0"/>
              </a:rPr>
              <a:t>Felhasználóbarát felület</a:t>
            </a:r>
          </a:p>
        </p:txBody>
      </p:sp>
    </p:spTree>
    <p:extLst>
      <p:ext uri="{BB962C8B-B14F-4D97-AF65-F5344CB8AC3E}">
        <p14:creationId xmlns:p14="http://schemas.microsoft.com/office/powerpoint/2010/main" val="243294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5971F84-A7D3-2905-50B9-1382F9E18935}"/>
              </a:ext>
            </a:extLst>
          </p:cNvPr>
          <p:cNvSpPr txBox="1"/>
          <p:nvPr/>
        </p:nvSpPr>
        <p:spPr>
          <a:xfrm>
            <a:off x="1335248" y="1905506"/>
            <a:ext cx="95215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9600" b="0" i="0" dirty="0">
                <a:solidFill>
                  <a:schemeClr val="bg1"/>
                </a:solidFill>
                <a:effectLst/>
                <a:latin typeface="Franklin Gothic Demi" panose="020B0703020102020204" pitchFamily="34" charset="0"/>
              </a:rPr>
              <a:t>Köszönjük a figyelmet</a:t>
            </a:r>
            <a:endParaRPr lang="hu-HU" sz="96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119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217</Words>
  <Application>Microsoft Office PowerPoint</Application>
  <PresentationFormat>Szélesvásznú</PresentationFormat>
  <Paragraphs>53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Franklin Gothic Demi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Tanulo</dc:creator>
  <cp:lastModifiedBy>Tanulo</cp:lastModifiedBy>
  <cp:revision>8</cp:revision>
  <dcterms:created xsi:type="dcterms:W3CDTF">2026-04-20T08:14:54Z</dcterms:created>
  <dcterms:modified xsi:type="dcterms:W3CDTF">2026-04-20T09:27:22Z</dcterms:modified>
</cp:coreProperties>
</file>